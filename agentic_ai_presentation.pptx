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开场：本汇报基于 Agentic AI 文献综述，采用 evidence-map 叙事结构，约15分钟。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强调时机：LLM 能力已具备，但缺乏自主多步执行与工具编排；智能体是连接模型与真实任务的桥梁。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taxonomy 图作为全场概念地图；三轴不是并列模块，而是智能体闭环的不同切面。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控制循环是理解所有后续范式（ReAct、Reflexion）的基础；强调 closed-loop 而非 open-loop 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四模块是工程实现视角；与上一页三轴能力分类互补——一个偏概念，一个偏系统架构。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范式演进体现同一控制循环的不同实现策略；ReAct 影响最深远，后续工作多在其上叠加记忆、反思或工具学习。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时间线显示：早期是算法范式突破，2024 起框架与协议（LangGraph、MCP）成为生态关键节点。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框架选择影响拓扑、状态管理与工具接入方式；LangGraph 因显式状态机与可观测性在工业场景更受青睐。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MASEval 核心论点：现有 benchmark 过于 model-centric；实际部署中框架与拓扑同等重要。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协议层是 2024–2025 新热点；MCP 已被主流 IDE 与 agent 平台采纳，但安全模型仍不成熟。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列举主流 benchmark 及其侧重点；指出 MASEval 发现的 model-centric 评估盲区。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应用侧已出现可演示的成功案例，但多数仍属 pilot；高 stakes 领域对可靠性与可验证性要求更高。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将挑战分为技术可靠性、安全、经济与 reproducibility；这些是阻碍 production 的核心障碍。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未来方向呼应前文缺口：评估体系、协议安全、可验证推理、human-in-the-loop 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收束五条 takeaway；强调 field maturing but dependable deployment remains open——与 Nature-style bounded implication 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智能体人工智能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8BDF8"/>
                </a:solidFill>
              </a:defRPr>
            </a:pPr>
            <a:r>
              <a:t>Agentic AI · 文献综述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BD5E1"/>
                </a:solidFill>
              </a:defRPr>
            </a:pPr>
            <a:r>
              <a:t>计算机科学与工程 ·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LLM 已能推理，但尚难自主完成多步目标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生成式 AI：单次 prompt → 单次输出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智能体 AI：感知环境、规划、调用工具、迭代至目标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2022–2025 年 ReAct、MCP、多智能体框架快速涌现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产业落地需求推动从「会答」到「会做」的范式转变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核心转变：从文本生成到闭环控制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智能体 AI 由推理·行动·交互三轴能力构成</a:t>
            </a:r>
          </a:p>
        </p:txBody>
      </p:sp>
      <p:pic>
        <p:nvPicPr>
          <p:cNvPr id="4" name="Picture 3" descr="agentic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143000"/>
            <a:ext cx="9601200" cy="60908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推理（规划/记忆）、行动（工具/编排）、交互（多智能体/人机协同）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改绘自 Xi et al., 2025 能力分类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感知-规划-行动闭环是智能体控制的核心</a:t>
            </a:r>
          </a:p>
        </p:txBody>
      </p:sp>
      <p:pic>
        <p:nvPicPr>
          <p:cNvPr id="4" name="Picture 3" descr="agen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417320"/>
            <a:ext cx="4572000" cy="48525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Perceive → Reason → Plan → Act → Observe → Reflect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改绘自 Guo et al. POMDP 智能体形式化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与生成式 AI 的本质差异：可观测反馈并修正计划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四模块架构支撑 Profile-Memory-Planning-Action 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四大核心模块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Profile：角色与约束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Memory：短期上下文 + 长期检索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Planning：目标分解与反思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Action：工具调用与环境交互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4300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与生成式 AI 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生成式：prompt → 单次输出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智能体：多步循环 + 环境反馈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评估维度：延迟、成本、可靠性、安全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形式化：POMDP 控制问题 (Guo et al.)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ReAct 奠定了思考与行动交织的基础范式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范式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核心思想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主要局限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Thought 与 Action 交替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错误传播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Toolformer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自监督工具学习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训练开销大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Reflexion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语言化自我反思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推理成本上升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AutoGPT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自主目标循环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稳定性不足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2022–2025 年技术栈从范式创新走向工程编排</a:t>
            </a:r>
          </a:p>
        </p:txBody>
      </p:sp>
      <p:pic>
        <p:nvPicPr>
          <p:cNvPr id="4" name="Picture 3" descr="agentic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1280160"/>
            <a:ext cx="9875520" cy="3605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ReAct → Toolformer → AutoGPT → LangGraph → MCP → GAIA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整理自综述文献时间线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LangGraph 等框架推动多智能体编排走向生产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框架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范式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多智能体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生产就绪度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状态图编排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多智能体对话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CrewAI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角色分工团队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MetaGPT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软件公司模拟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CAMEL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角色扮演协作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新兴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框架选择对性能的影响不亚于基础模型</a:t>
            </a:r>
          </a:p>
        </p:txBody>
      </p:sp>
      <p:pic>
        <p:nvPicPr>
          <p:cNvPr id="4" name="Picture 3" descr="framewo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234440"/>
            <a:ext cx="8412480" cy="38705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同一模型在不同框架下任务成功率差异显著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改绘自 MASEval,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评估应把框架拓扑作为一等变量，而非仅比较模型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MCP 标准化工具接入，亦引入新型攻击面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MCP：统一 LLM 工具与资源发现接口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ACP / A2A：跨智能体消息与协作协议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收益：降低集成摩擦，模块化工具生态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风险：prompt injection、越权调用、数据外泄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现有基准偏重模型，忽视框架拓扑效应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基准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领域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核心指标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OS/DB/Web 等8环境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成功率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GAIA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通用 AI 助手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分级准确率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SWE-bench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软件工程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Issue 解决率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τ-bench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客服智能体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任务完成率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Agent-SafetyBench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智能体安全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伤害规避分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缺口：缺少系统级、多维（安全/成本/协作）统一基准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软件工程与科研发现是首批规模化落地场景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行业领域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软件工程 (SWE-Agent)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科学发现与文献综合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医疗与生物医学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金融与企业自动化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教育个性化辅导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4300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典型能力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自主 GitHub Issue 修复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多步 Web 深度调研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带工具调用的客服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代码生成与 DevOps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材料科学假设生成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幻觉式工具调用与 prompt 注入仍是部署瓶颈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可靠性：工具幻觉、无限循环、级联错误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安全性：注入攻击、越权操作、数据外泄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成本：每步推理增加延迟与 token 开销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可复现性：采样随机性、API 变更、动态 Web 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系统级评估与协议安全模型是下一阶段重点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评估：框架拓扑、安全、成本、协作多维统一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算法：RL 动态工具选择与长程规划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协议：形式化安全模型与标准化互操作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融合：神经-符号推理用于高风险可验证域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协作：人机协同中自主性与问责的平衡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智能体 AI 正走向工程化，可靠部署仍待突破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▸  智能体 = LLM 推理 + 工具使用 + 多步交互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▸  ReAct 奠定 think-act-observe 基础循环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▸  框架选择对性能影响不亚于模型选择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</a:defRPr>
            </a:pPr>
            <a:r>
              <a:t>▸  生产落地需安全、成本与可靠性工程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38BDF8"/>
                </a:solidFill>
              </a:defRPr>
            </a:pPr>
            <a:r>
              <a:t>谢谢 · 欢迎提问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