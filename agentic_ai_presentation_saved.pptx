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Opening: this talk follows an evidence-map structure from the Agentic AI literature review (~15 minutes).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timing: LLMs are capable, but lack autonomous multi-step execution and tool orchestration.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taxonomy as the conceptual map for the whole talk; the three axes are facets of one closed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control loop underpins ReAct, Reflexion, and later paradigms—closed-loop, not open-loop 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Engineering view of the same system; complements the conceptual taxonomy on the prior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Paradigm evolution shows different strategies for the same control loop; ReAct remains the most influential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Early wins were algorithmic; from 2024 onward frameworks and protocols (LangGraph, MCP) became ecosystem anchors.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Framework choice affects topology, state management, and tool integration; LangGraph is favored for explicit state machines.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MASEval argues benchmarks are too model-centric; framework and topology matter equally in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Protocols are a 2024–2025 hotspot; MCP is widely adopted, but formal security models remain immature.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Survey major benchmarks and their focus; highlight MASEval's model-centric evaluation blind spot.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Demonstrable pilots exist, but high-stakes domains demand stronger reliability and verifiability.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Group challenges into reliability, safety, economics, and reproducibility—the main barriers to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Future work addresses the gaps raised earlier: evaluation, protocol security, verifiable reasoning, HITL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four takeaways; the field is maturing but dependable deployment remains an open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8036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8813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Agentic Artificial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8BDF8"/>
                </a:solidFill>
              </a:defRPr>
            </a:pPr>
            <a:r>
              <a:t>A 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461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BD5E1"/>
                </a:solidFill>
              </a:defRPr>
            </a:pPr>
            <a:r>
              <a:t>Department of Computer Science and Engineering ·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LLMs can reason, but struggle to pursue multi-step goals autonomously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Generative AI: single prompt → single output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Agentic AI: perceive, plan, use tools, iterate toward a goal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2022–2025: rapid rise of ReAct, MCP, and multi-agent frameworks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Industry demand shifts the paradigm from answering to doing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2356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Core shift: from text generation to closed-loop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Agentic AI spans reasoning, acting, and interacting</a:t>
            </a:r>
          </a:p>
        </p:txBody>
      </p:sp>
      <p:pic>
        <p:nvPicPr>
          <p:cNvPr id="4" name="Picture 3" descr="agentic_taxon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247" y="1143000"/>
            <a:ext cx="9601200" cy="60908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9893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4748B"/>
                </a:solidFill>
              </a:defRPr>
            </a:pPr>
            <a:r>
              <a:t>Reasoning (planning/memory), Acting (tools/orchestration), Interacting (multi-agent/HITL)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Adapted from Xi et al., 2025 capability taxonomy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Perceive-plan-act loops are the core of agent control</a:t>
            </a:r>
          </a:p>
        </p:txBody>
      </p:sp>
      <p:pic>
        <p:nvPicPr>
          <p:cNvPr id="4" name="Picture 3" descr="agent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847" y="1417320"/>
            <a:ext cx="4572000" cy="48525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9893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4748B"/>
                </a:solidFill>
              </a:defRPr>
            </a:pPr>
            <a:r>
              <a:t>Perceive → Reason → Plan → Act → Observe → Reflect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Adapted from Guo et al. POMDP agent formalization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2356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Key difference from generative AI: observable feedback and plan revision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Four modules support the Profile-Memory-Planning-Action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394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Core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Profile — role and constraints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Memory — short-term context + long-term retrieval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Planning — goal decomposition and reflection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Action — tool use and environment interaction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143000"/>
            <a:ext cx="5394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vs. generative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55448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Generative: prompt → single output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Agentic: multi-step loop with feedback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Evaluated on latency, cost, reliability, safety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Formalized as POMDP control (Guo et al.)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ReAct established the foundational think-act interleaving paradigm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556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Paradigm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Key idea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Limitation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ReAct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Interleave thought and 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Error propagation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Toolformer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Self-supervised tool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Training overhead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Reflexion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Verbal self-reflection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Higher inference cost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AutoGPT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Autonomous goal loops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Stability concerns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stack evolved from paradigm innovation to engineering orchestration (2022–2025)</a:t>
            </a:r>
          </a:p>
        </p:txBody>
      </p:sp>
      <p:pic>
        <p:nvPicPr>
          <p:cNvPr id="4" name="Picture 3" descr="agentic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087" y="1280160"/>
            <a:ext cx="9875520" cy="36059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9893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4748B"/>
                </a:solidFill>
              </a:defRPr>
            </a:pPr>
            <a:r>
              <a:t>ReAct → Toolformer → AutoGPT → LangGraph → MCP → GAIA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Compiled from review literature timeline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Frameworks like LangGraph are moving multi-agent orchestration toward production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80160"/>
          <a:ext cx="1115568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Framework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Paradigm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Multi-agent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Production ready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LangGraph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State graph orchestration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AutoGen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Multi-agent conversation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CrewAI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Role-based agent teams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MetaGPT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Software company simulation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CAMEL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Role-playing collaboration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Emerging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Framework choice can impact performance as much as the base model</a:t>
            </a:r>
          </a:p>
        </p:txBody>
      </p:sp>
      <p:pic>
        <p:nvPicPr>
          <p:cNvPr id="4" name="Picture 3" descr="framework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607" y="1234440"/>
            <a:ext cx="8412480" cy="38705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9893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4748B"/>
                </a:solidFill>
              </a:defRPr>
            </a:pPr>
            <a:r>
              <a:t>Task success rates vary significantly across frameworks for the same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Adapted from MASEval,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2356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Evaluate framework topology as a first-class variable, not only the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MCP standardizes tool access but introduces new attack surfaces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MCP — unified tool and resource discovery for LLMs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ACP / A2A — cross-agent messaging and collaboration protocols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Benefits: lower integration friction, modular tool ecosystems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Risks: prompt injection, unauthorized tool calls, data exfiltration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Most benchmarks are model-centric and miss framework topology effects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34440"/>
          <a:ext cx="1115568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Benchmark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Domain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Key metric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AgentBench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8 environments (OS, DB, web)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Success rate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GAIA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General AI assistants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Level-wise accuracy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SWE-bench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Software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Issue resolution 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τ-bench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Customer service agents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Task completion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Agent-SafetyBench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Agent 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Harm avoidance score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562356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Gap: no unified system-level benchmark across safety, cost, and coordination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Software engineering and scientific discovery lead early deployments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394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Industry domains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Software engineering (SWE-Agent)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Scientific discovery and literature synthesis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Healthcare and biomedical research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Finance and enterprise automation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Education and personalized tutoring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143000"/>
            <a:ext cx="5394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Example 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55448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Autonomous GitHub issue resolution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Multi-step web deep research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Customer service with tool use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Code generation and DevOps pipelines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Hypothesis generation in materials science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Hallucinated tool calls and prompt injection remain deployment bottlenecks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Reliability — hallucinated tools, infinite loops, cascading errors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Safety — injection attacks, unauthorized actions, data exfiltration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Cost — each reasoning step adds latency and token overhead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Reproducibility — sampling randomness, API drift, dynamic web environments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System-level evaluation and protocol security models are the next frontier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Evaluation — unify framework topology, safety, cost, and coordination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Algorithms — RL for dynamic tool selection and long-horizon planning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Protocols — formal security models and standardized interoperability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Integration — neuro-symbolic reasoning for verifiable high-stakes domains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Collaboration — balance autonomy and accountability in human-agent teams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Agentic AI is maturing toward engineering—dependable deployment remains open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</a:defRPr>
            </a:pPr>
            <a:r>
              <a:t>▸  Agentic AI = LLM reasoning + tool use + multi-step interaction</a:t>
            </a:r>
          </a:p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</a:defRPr>
            </a:pPr>
            <a:r>
              <a:t>▸  ReAct established the foundational think-act-observe loop</a:t>
            </a:r>
          </a:p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</a:defRPr>
            </a:pPr>
            <a:r>
              <a:t>▸  Framework choice matters as much as model choice</a:t>
            </a:r>
          </a:p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</a:defRPr>
            </a:pPr>
            <a:r>
              <a:t>▸  Production requires safety, cost, and reliability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9496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38BDF8"/>
                </a:solidFill>
              </a:defRPr>
            </a:pPr>
            <a:r>
              <a:t>Thank You · 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